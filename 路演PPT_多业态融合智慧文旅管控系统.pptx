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1828800"/>
            <a:ext cx="18288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965960"/>
            <a:ext cx="36576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D5FF"/>
                </a:solidFill>
                <a:latin typeface="Microsoft YaHei"/>
              </a:defRPr>
            </a:pPr>
            <a:r>
              <a:t>多业态融合智慧文旅管控系统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B4D8"/>
                </a:solidFill>
                <a:latin typeface="Microsoft YaHei"/>
              </a:defRPr>
            </a:pPr>
            <a:r>
              <a:t>面向哈尔滨冰雪大世界与太阳岛的智慧运营解决方案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B4D8"/>
                </a:solidFill>
                <a:latin typeface="Microsoft YaHei"/>
              </a:defRPr>
            </a:pPr>
            <a:r>
              <a:t>第12届中国研究生智慧城市技术与创意设计大赛 · 地方特色赛道 · 赛题3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Microsoft YaHei"/>
              </a:defRPr>
            </a:pPr>
            <a:r>
              <a:t>智慧文旅创新团队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1. 项目背景与痛点分析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19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2. 系统架构总览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3. 四大核心模块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4. 技术创新亮点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5. Demo演示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6. 应用价值与商业模式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7. 总结展望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国家政策驱动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"十四五"规划明确推进文旅数字化、网络化、智能化发展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国务院推动智慧旅游建设，释放旅游消费潜力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哈尔滨冰雪旅游产业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哈尔滨年接待游客超1亿人次，冰雪旅游收入超2000亿元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冰雪大世界是全球最大冰雪主题乐园，太阳岛为5A级景区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行业趋势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中国智慧文旅市场规模超8000亿元(2023)，预计2025年破万亿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多业态融合是智慧文旅从"数字化"向"智能化"跃迁的关键路径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核心痛点分析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🔴 痛点一：多业态数据孤岛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景区、酒店、餐饮、零售数据各自独立，管理者看不到全局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🔴 痛点二：客流预测靠经验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高峰期调度依赖"老员工直觉"，节假日措手不及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🔴 痛点三：服务质量反馈慢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投诉处理以被动响应为主，问题发现总是在事后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🔴 痛点四：业态割裂难协同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门票经济主导，景区与周边业态缺乏联动与智能推荐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B4D8"/>
                </a:solidFill>
                <a:latin typeface="Microsoft YaHei"/>
              </a:defRPr>
            </a:pPr>
            <a:r>
              <a:t>一句话总结：从"经验驱动"到"数据+AI驱动"的运营范式升级迫在眉睫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解决方案总览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构建"感知 → 数据 → 业务 → 展示"四层架构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感知层：IoT传感器 + 摄像头 + WiFi探针 + 电子围栏 + POS终端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数据层：Kafka + Flink + TDengine + PostgreSQL + Neo4j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业务层：①智能运营 ②智能规划与预判 ③服务智能优化 ④业态融合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展示层：Three.js 3D数字孪生大屏 + 管理仪表盘 + 游客小程序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核心价值主张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从"多系统切换查看" → "一屏全景掌控"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从"事后被动响应" → "事前AI预测 + 实时主动干预"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从"单一门票经济" → "全业态生态经济"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展示层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Three.js 3D大屏 | ECharts数据图表 | 管理仪表盘 | 游客小程序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业务层 Business（四大核心模块）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① 智能运营 | ② 智能规划与预判 | ③ 服务智能优化 | ④ 业态融合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数据层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Kafka消息队列 | Flink流处理 | TDengine时序库 | Neo4j图数据库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感知层 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IoT传感器 | 高清摄像头 | WiFi探针 | 电子围栏基站 | POS终端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B4D8"/>
                </a:solidFill>
                <a:latin typeface="Microsoft YaHei"/>
              </a:defRPr>
            </a:pPr>
            <a:r>
              <a:t>技术栈：Three.js + PyTorch + Neo4j + Kafka + Flink + Spring Boot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模块①：智能运营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电子围栏精准框选（16区建筑级粒度）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实时人流热力图（5秒刷新）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游客画像分析（客源地/年龄/出行类型）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323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旅行社入园数据整合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249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8路CCTV监控画面模拟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排队时长预估与展示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Three.js Low-Poly 3D数字孪生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CSS2D数据气泡实时绑定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39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Lerp平滑数据过渡动画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323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冰晶风格CSS主题系统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7249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飘雪粒子Shader渲染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17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建筑点击钻取详情弹窗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模块②：智能规划与预判 —— AI客流预测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LSTM编码器-注意力-解码器架构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输入5维特征：历史客流 + 天气 + 节假日 + 时段 + 预售票量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注意力机制自动学习动态特征权重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输出未来7天逐小时客流预测，MAPE &lt; 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迁移学习策略（核心创新）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通用景区数据预训练 → 冰雪大世界数据微调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解决寒地景区运营季短（60-80天）、数据稀疏的核心痛点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预测应用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峰值时段自动预警（黄/橙/红三级）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资源调度建议（安保/接驳车/临时通道）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7日预测面板 + 置信区间 + 容量上限标注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模块③：服务智能优化 —— AI舆情分析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NLP语义分析引擎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网评自动分类：排队/服务/设施/价格/卫生/综合 6个维度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实时情感评分 + 关键词云可视化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情感趋势折线图追踪正面率变化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服务短板自动识别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6维度雷达图（排队管理/游客口碑/容量管理/满意度/设施可用性）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基于实时数据的自动评分与严重程度分级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自动生成改进步骤清单 + 预期效果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投诉处理从被动响应 → 主动发现与预防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游客满意度目标：从94.2% → 96%+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模块④：业态融合 —— 知识图谱驱动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Neo4j多业态知识图谱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"游客-景点-酒店-餐饮-零售"全链路实体关系建模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图遍历自动发现隐含消费模式（如"南方亲子家庭→冰雪套票"）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可解释推荐（"因为您入住X酒店，该酒店客人通常选择Y餐厅"）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RFM客群分层：高价值23% / 活跃型41% / 潜力型22% / 流失风险14%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消费转化漏斗：入园→餐饮→零售→酒店→二次消费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差异化套票智能匹配 + 预估销量与营收联动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商业价值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跨业态套票购买转化率提升20%+，客单价提升15%+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技术创新亮点（一）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🏔️ 3D Low-Poly数字孪生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16栋冰建筑抽象几何化建模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实时数据-几何体绑定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普通设备60fps流畅渲染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323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视觉辨识度远超传统GIS方案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🧠 迁移学习客流预测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预训练+微调解决数据稀疏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注意力机制动态特征权重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39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MAPE &lt; 15%（传统方法~25%）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323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首次应用于寒地景区场景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技术创新亮点（二）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🕸️ 多业态知识图谱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Neo4j图数据库存储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多跳推理 + 可解释推荐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关联分析 + 消费模式发现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323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从"单一业态" → "全场景生态"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🚨 电子围栏+热力联动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建筑级精细粒度管控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三级预警（黄/橙/红）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39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自动疏导路径建议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323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0FF"/>
                </a:solidFill>
                <a:latin typeface="Microsoft YaHei"/>
              </a:defRPr>
            </a:pPr>
            <a:r>
              <a:t>• ❄️ 季节性自适应双模切换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Demo演示 —— 3D可视化大屏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已交付完整可运行Demo系统（demo/index.html）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Three.js冰雪大世界3D场景：16栋建筑 + 飘雪粒子 + 极光天空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8路CCTV模拟监控画面（带建筑识别 + 人数统计 + 进出动画）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电子围栏系统（16区精准框选 + 颜色联动密度）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数据气泡（建筑名 + 实时人数 + 排队预估 + 状态标签）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左侧面板：在园人数/入园速率/客流趋势/游客画像/AI预测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右侧面板：总览/监控/网评/营收/业态融合 5个Tab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建筑点击钻取：KPI卡片 + 趋势图 + AI运营建议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D5FF"/>
                          </a:solidFill>
                          <a:latin typeface="Microsoft YaHei"/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D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D5FF"/>
                          </a:solidFill>
                          <a:latin typeface="Microsoft YaHei"/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经济效益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跨业态套票增收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15%+（年增约1500万元）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管理效率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异常事件响应时间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从分钟级 → 秒级（提升100倍+）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运营成本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人力成本节约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20%+（年节约120-180万元）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游客体验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服务投诉率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下降30%+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安全保障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人流超限预警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提前15分钟主动预警</a:t>
                      </a:r>
                    </a:p>
                  </a:txBody>
                  <a:tcPr>
                    <a:solidFill>
                      <a:srgbClr val="0A18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营销效率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推荐系统CTR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F0FF"/>
                          </a:solidFill>
                          <a:latin typeface="Microsoft YaHei"/>
                        </a:defRPr>
                      </a:pPr>
                      <a:r>
                        <a:t>8%+（精准推荐替代广撒网）</a:t>
                      </a:r>
                    </a:p>
                  </a:txBody>
                  <a:tcPr>
                    <a:solidFill>
                      <a:srgbClr val="0F28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SaaS订阅 + 定制化服务 双轨模式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基础版 5万/年/景区：3D大屏 + 基础数据看板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标准版 15万/年/景区：+ 客流预测 + 舆情分析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旗舰版 30万/年/景区：全功能 + 定制开发 + 专属模型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发展路线图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第一年：MVP + 1-2家标杆客户，营收50-100万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第二年：5-8家客户，营收300-500万，Pre-A轮融资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第三年：15-20家客户，营收1000-1500万，盈亏平衡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第五年：50+客户，覆盖全国冰雪及季节性景区，营收3000万+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市场与竞争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目标市场（三步走）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第一阶段：哈尔滨冰雪大世界 + 太阳岛（标杆案例）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第二阶段：东北冰雪景区（亚布力/长白山/雪乡/极地馆）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第三阶段：全国季节性景区（滑雪场/主题乐园/海滨浴场）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竞争优势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多业态融合深度 &gt; 竞品（美团/飞猪/深大智能仅做单一景区）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3D可视化体验 &gt; 竞品（Low-Poly数字孪生 vs 传统GIS地图）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AI预测精度 &gt; 竞品（迁移学习 vs 传统ARIMA）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成本优势 &gt; 竞品（全开源技术栈，无商业许可费）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可推广性与社会价值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模块化设计，灵活复制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核心模块可独立部署与组合，适配不同规模和类型的景区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哈尔滨地区快速复制：雪博会 / 极地馆 / 伏尔加庄园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全国推广：滑雪场（长白山/亚布力）/ 海滨浴场 / 主题乐园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产业带动效应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"以景带产、以产促景"良性循环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带动周边酒店、餐饮、零售、交通协同发展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助力"门票经济" → "综合消费经济"转型升级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学术价值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迁移学习在寒地旅游预测的应用创新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多业态知识图谱驱动的推荐系统方法论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季节性自适应系统架构设计参考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D5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6809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三大关键词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🔗 融合 —— 多业态数据打通，打破信息孤岛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🧠 智能 —— AI驱动的预测、分析与决策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👁️ 可视 —— 3D数字孪生让运营"看得见"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一句话总结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为哈尔滨冰雪旅游打造一个"看得见、算得准、管得住"的智慧大脑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后续展望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深化AI模型（引入Transformer架构、强化学习调度优化）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拓展元宇宙体验（VR冰雪游览、数字藏品）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F0FF"/>
                </a:solidFill>
                <a:latin typeface="Microsoft YaHei"/>
              </a:defRPr>
            </a:pPr>
            <a:r>
              <a:t>• 接入碳中和管理（冰雪景区能耗监测与绿色运营）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0D5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B4D8"/>
                </a:solidFill>
                <a:latin typeface="Microsoft YaHei"/>
              </a:defRPr>
            </a:pPr>
            <a:r>
              <a:t>敬请评委专家批评指正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Microsoft YaHei"/>
              </a:defRPr>
            </a:pPr>
            <a:r>
              <a:t>多业态融合智慧文旅管控系统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B4D8"/>
                </a:solidFill>
                <a:latin typeface="Microsoft YaHei"/>
              </a:defRPr>
            </a:pPr>
            <a:r>
              <a:t>智慧文旅创新团队 · 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